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007FB0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Energy
(kcal/ton)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317.5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9D9FF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Energy
(kcal/ton)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335.6</c:v>
                </c:pt>
              </c:numCache>
            </c:numRef>
          </c:val>
        </c:ser>
        <c:dLbls>
          <c:numFmt formatCode="0.###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.##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007FB0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Cost
($/ton)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9D9FF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Cost
($/ton)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0.52</c:v>
                </c:pt>
              </c:numCache>
            </c:numRef>
          </c:val>
        </c:ser>
        <c:dLbls>
          <c:numFmt formatCode="0.###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.##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007FB0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Energy
(kcal/ton)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317.5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9D9FF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Energy
(kcal/ton)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335.6</c:v>
                </c:pt>
              </c:numCache>
            </c:numRef>
          </c:val>
        </c:ser>
        <c:dLbls>
          <c:numFmt formatCode="0.###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.##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007FB0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Cost
($/ton)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9D9FF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Cost
($/ton)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0.52</c:v>
                </c:pt>
              </c:numCache>
            </c:numRef>
          </c:val>
        </c:ser>
        <c:dLbls>
          <c:numFmt formatCode="0.###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.##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007FB0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Energy
(kcal/ton)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317.5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9D9FF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Energy
(kcal/ton)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335.6</c:v>
                </c:pt>
              </c:numCache>
            </c:numRef>
          </c:val>
        </c:ser>
        <c:dLbls>
          <c:numFmt formatCode="0.###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.##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007FB0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Cost
($/ton)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79D9FF"/>
            </a:solidFill>
            <a:effectLst/>
          </c:spPr>
          <c:invertIfNegative val="0"/>
          <c:dLbls>
            <c:numFmt formatCode="0.#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Cost
($/ton)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0.52</c:v>
                </c:pt>
              </c:numCache>
            </c:numRef>
          </c:val>
        </c:ser>
        <c:dLbls>
          <c:numFmt formatCode="0.###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0.###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EPORT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atronro/Documents/Codex/v2PresBuild/assets/freeport-template/bg-title-m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EPOR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atronro/Documents/Codex/v2PresBuild/assets/freeport-template/bg-content-m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EPORT_EXEC_SUMMA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atronro/Documents/Codex/v2PresBuild/assets/freeport-template/bg-executive-summary-m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404872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Freeport Layout Corpus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3566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Renderer Variations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55448" y="2011680"/>
            <a:ext cx="4069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summary_card.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736592" y="1051560"/>
            <a:ext cx="7022592" cy="1245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4736592" y="2480310"/>
            <a:ext cx="7022592" cy="1245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736592" y="3909060"/>
            <a:ext cx="7022592" cy="1245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736592" y="5337810"/>
            <a:ext cx="7022592" cy="1245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2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this slide with sibling variations of the same layout.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summary_band.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7830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3768" y="208483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slide demonstrates a single renderer variation for developer review.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448" y="3246120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87288" y="3246120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3768" y="3566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83768" y="4069080"/>
            <a:ext cx="4754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61608" y="3566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61608" y="4069080"/>
            <a:ext cx="4754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this slide with sibling variations of the same layout.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reconciliation.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700784"/>
            <a:ext cx="10972800" cy="1133856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3768" y="1837944"/>
            <a:ext cx="10424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slide demonstrates a single renderer variation for developer review.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448" y="2962656"/>
            <a:ext cx="2194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2328" y="3108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P80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92328" y="346557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17.7 in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792328" y="39867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outcome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86888" y="2962656"/>
            <a:ext cx="2194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69768" y="3108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P80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69768" y="346557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169768" y="39867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Backcast target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9448" y="4718304"/>
            <a:ext cx="2194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2328" y="48646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Accuracy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92328" y="52212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85.7%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792328" y="57424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modeled lever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986888" y="4718304"/>
            <a:ext cx="21945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768" y="48646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Overdrill &gt; 2 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69768" y="52212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71.4%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3169768" y="57424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risk concentration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64328" y="2907792"/>
            <a:ext cx="6217920" cy="1764792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92928" y="307238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92928" y="3493008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Left-side structure and typography sample.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rhythm and spacing reference.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and margin behavior reference.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364328" y="4800600"/>
            <a:ext cx="62179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92928" y="495604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Column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592928" y="5330952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this slide with sibling variations of the same layout.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Right-side structure and typography sample.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Alternate panel style sample.</a:t>
            </a:r>
            <a:endParaRPr lang="en-US" sz="1300" dirty="0"/>
          </a:p>
          <a:p>
            <a:pPr marL="228600" indent="-228600"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content behavior reference.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two_column.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78308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87288" y="178308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76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3768" y="26974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rhythm and spacing reference.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and margin behavior reference.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160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Column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61608" y="26974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Alternate panel style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content behavior reference.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two_column_stagger.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78308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87288" y="178308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768" y="2103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3768" y="26974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rhythm and spacing reference.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and margin behavior reference.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1608" y="2103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Column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61608" y="26974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Alternate panel style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content behavior reference.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two_column_image.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52832" y="1783080"/>
            <a:ext cx="55778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50712" y="1783080"/>
            <a:ext cx="5788152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50712" y="4160520"/>
            <a:ext cx="5788152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33592" y="2039112"/>
            <a:ext cx="5422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333592" y="2468880"/>
            <a:ext cx="542239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rhythm and spacing reference.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and margin behavior reference.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33592" y="4416552"/>
            <a:ext cx="5422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Column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33592" y="4846320"/>
            <a:ext cx="542239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Alternate panel style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content behavior reference.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metrics.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828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3768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P80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3768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17.7 in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83768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outcome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7288" y="1828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1608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P80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1608" y="2423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61608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Backcast target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9448" y="4114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3768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Accuracy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83768" y="4709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85.7%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3768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modeled lever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187288" y="41148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61608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Overdrill &gt; 2 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61608" y="4709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61608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risk concentration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9448" y="6217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this slide to inspect spacing, hierarchy, and readability.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Variation naming is reflected directly in the title.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metrics_strip.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965960"/>
            <a:ext cx="257175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2328" y="2212848"/>
            <a:ext cx="22059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P80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2328" y="2560320"/>
            <a:ext cx="22059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17.7 in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92328" y="3291840"/>
            <a:ext cx="22059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outcome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09798" y="1965960"/>
            <a:ext cx="257175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2678" y="2212848"/>
            <a:ext cx="22059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P80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92678" y="2560320"/>
            <a:ext cx="22059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92678" y="3291840"/>
            <a:ext cx="22059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Backcast target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0148" y="1965960"/>
            <a:ext cx="257175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3028" y="2212848"/>
            <a:ext cx="22059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Accuracy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93028" y="2560320"/>
            <a:ext cx="22059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85.7%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93028" y="3291840"/>
            <a:ext cx="22059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modeled lever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10498" y="1965960"/>
            <a:ext cx="257175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3378" y="2212848"/>
            <a:ext cx="22059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Overdrill &gt; 2 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93378" y="2560320"/>
            <a:ext cx="22059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71.4%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3378" y="3291840"/>
            <a:ext cx="22059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risk concentration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9448" y="4526280"/>
            <a:ext cx="10972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3768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83768" y="52578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chart_bar.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448" y="162763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44688" y="1645920"/>
            <a:ext cx="109728" cy="109728"/>
          </a:xfrm>
          <a:prstGeom prst="rect">
            <a:avLst/>
          </a:prstGeom>
          <a:solidFill>
            <a:srgbClr val="007FB0"/>
          </a:solidFill>
          <a:ln w="12700">
            <a:solidFill>
              <a:srgbClr val="007F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00136" y="16276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799168" y="1645920"/>
            <a:ext cx="109728" cy="109728"/>
          </a:xfrm>
          <a:prstGeom prst="rect">
            <a:avLst/>
          </a:prstGeom>
          <a:solidFill>
            <a:srgbClr val="79D9FF"/>
          </a:solidFill>
          <a:ln w="12700">
            <a:solidFill>
              <a:srgbClr val="79D9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54616" y="16276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448" y="1993392"/>
            <a:ext cx="5372100" cy="2807208"/>
          </a:xfrm>
          <a:prstGeom prst="roundRect">
            <a:avLst>
              <a:gd name="adj" fmla="val 260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4040" y="2139696"/>
            <a:ext cx="5042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(kcal/ton)</a:t>
            </a:r>
            <a:endParaRPr lang="en-US" sz="11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19176" y="2377440"/>
          <a:ext cx="515264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210148" y="1993392"/>
            <a:ext cx="5372100" cy="2807208"/>
          </a:xfrm>
          <a:prstGeom prst="roundRect">
            <a:avLst>
              <a:gd name="adj" fmla="val 260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4740" y="2139696"/>
            <a:ext cx="5042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($/ton)</a:t>
            </a:r>
            <a:endParaRPr lang="en-US" sz="11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6319876" y="2377440"/>
          <a:ext cx="515264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609448" y="49834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83768" y="5138928"/>
            <a:ext cx="104241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950" dirty="0"/>
          </a:p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950" dirty="0"/>
          </a:p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950" dirty="0"/>
          </a:p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this slide with sibling variations of the same layout.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chart_bar_focus.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448" y="1627632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44688" y="1645920"/>
            <a:ext cx="109728" cy="109728"/>
          </a:xfrm>
          <a:prstGeom prst="rect">
            <a:avLst/>
          </a:prstGeom>
          <a:solidFill>
            <a:srgbClr val="007FB0"/>
          </a:solidFill>
          <a:ln w="12700">
            <a:solidFill>
              <a:srgbClr val="007FB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00136" y="16276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799168" y="1645920"/>
            <a:ext cx="109728" cy="109728"/>
          </a:xfrm>
          <a:prstGeom prst="rect">
            <a:avLst/>
          </a:prstGeom>
          <a:solidFill>
            <a:srgbClr val="79D9FF"/>
          </a:solidFill>
          <a:ln w="12700">
            <a:solidFill>
              <a:srgbClr val="79D9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54616" y="162763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448" y="1993392"/>
            <a:ext cx="5372100" cy="2807208"/>
          </a:xfrm>
          <a:prstGeom prst="roundRect">
            <a:avLst>
              <a:gd name="adj" fmla="val 2606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4040" y="2139696"/>
            <a:ext cx="5042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(kcal/ton)</a:t>
            </a:r>
            <a:endParaRPr lang="en-US" sz="11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19176" y="2377440"/>
          <a:ext cx="515264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10"/>
          <p:cNvSpPr/>
          <p:nvPr/>
        </p:nvSpPr>
        <p:spPr>
          <a:xfrm>
            <a:off x="6210148" y="1993392"/>
            <a:ext cx="5372100" cy="2807208"/>
          </a:xfrm>
          <a:prstGeom prst="roundRect">
            <a:avLst>
              <a:gd name="adj" fmla="val 260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74740" y="2139696"/>
            <a:ext cx="50429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($/ton)</a:t>
            </a:r>
            <a:endParaRPr lang="en-US" sz="11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6319876" y="2377440"/>
          <a:ext cx="515264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609448" y="49834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83768" y="5138928"/>
            <a:ext cx="104241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950" dirty="0"/>
          </a:p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950" dirty="0"/>
          </a:p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950" dirty="0"/>
          </a:p>
          <a:p>
            <a:pPr marL="228600" indent="-228600">
              <a:buSzPct val="100000"/>
              <a:buChar char="•"/>
            </a:pPr>
            <a:r>
              <a:rPr lang="en-US" sz="950" i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this slide with sibling variations of the same layout.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chart_bar_image.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70536" y="1783080"/>
            <a:ext cx="61264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1608" y="178308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192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671920" y="2331720"/>
          <a:ext cx="2322576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9104224" y="2331720"/>
          <a:ext cx="2322576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7526884" y="3959352"/>
            <a:ext cx="100584" cy="100584"/>
          </a:xfrm>
          <a:prstGeom prst="rect">
            <a:avLst/>
          </a:prstGeom>
          <a:solidFill>
            <a:srgbClr val="007FB0"/>
          </a:solidFill>
          <a:ln w="12700">
            <a:solidFill>
              <a:srgbClr val="007FB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37780" y="39227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9181948" y="3959352"/>
            <a:ext cx="100584" cy="100584"/>
          </a:xfrm>
          <a:prstGeom prst="rect">
            <a:avLst/>
          </a:prstGeom>
          <a:solidFill>
            <a:srgbClr val="79D9FF"/>
          </a:solidFill>
          <a:ln w="12700">
            <a:solidFill>
              <a:srgbClr val="79D9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492844" y="392277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61608" y="448056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71920" y="46451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71920" y="5065776"/>
            <a:ext cx="4754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inspect spacing, hierarchy, and readability.</a:t>
            </a:r>
            <a:endParaRPr lang="en-US" sz="1200" dirty="0"/>
          </a:p>
          <a:p>
            <a:pPr marL="228600" indent="-2286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 naming is reflected directly in the title.</a:t>
            </a:r>
            <a:endParaRPr lang="en-US" sz="1200" dirty="0"/>
          </a:p>
          <a:p>
            <a:pPr marL="228600" indent="-2286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is synthetic and designed for visual QA only.</a:t>
            </a:r>
            <a:endParaRPr lang="en-US" sz="1200" dirty="0"/>
          </a:p>
          <a:p>
            <a:pPr marL="228600" indent="-2286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this slide with sibling variations of the same layout.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action_split.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78308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87288" y="1783080"/>
            <a:ext cx="5394960" cy="4434840"/>
          </a:xfrm>
          <a:prstGeom prst="roundRect">
            <a:avLst>
              <a:gd name="adj" fmla="val 1649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76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3768" y="26974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rhythm and spacing reference.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and margin behavior reference.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6160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Column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61608" y="269748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Alternate panel style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content behavior reference.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solidFill>
            <a:srgbClr val="E7E6E6"/>
          </a:solidFill>
          <a:ln w="12700">
            <a:solidFill>
              <a:srgbClr val="E7E6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088368" y="6720840"/>
            <a:ext cx="1005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1343" y="192024"/>
            <a:ext cx="8183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Variation: action_checklist.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09448" y="1783080"/>
            <a:ext cx="4206240" cy="4434840"/>
          </a:xfrm>
          <a:prstGeom prst="roundRect">
            <a:avLst>
              <a:gd name="adj" fmla="val 1739"/>
            </a:avLst>
          </a:prstGeom>
          <a:solidFill>
            <a:srgbClr val="F8FAFC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90008" y="178308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768" y="2103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7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Column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3768" y="2606040"/>
            <a:ext cx="3657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Left-side structure and typography sample.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rhythm and spacing reference.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and margin behavior reference.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64328" y="2103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9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Column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64328" y="2606040"/>
            <a:ext cx="5943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Right-side structure and typography sample.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Alternate panel style sample.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Mixed content behavior reference.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Freeport-McMoRan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Freeport template defaults for PptxGenJS</dc:subject>
  <dc:creator>Freeport Defaults</dc:creator>
  <cp:lastModifiedBy>Freeport Defaults</cp:lastModifiedBy>
  <cp:revision>1</cp:revision>
  <dcterms:created xsi:type="dcterms:W3CDTF">2026-03-10T03:03:31Z</dcterms:created>
  <dcterms:modified xsi:type="dcterms:W3CDTF">2026-03-10T03:03:31Z</dcterms:modified>
</cp:coreProperties>
</file>